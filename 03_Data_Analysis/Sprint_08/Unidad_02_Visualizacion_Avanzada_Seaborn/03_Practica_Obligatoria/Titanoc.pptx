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3" r:id="rId1"/>
  </p:sldMasterIdLst>
  <p:sldIdLst>
    <p:sldId id="256" r:id="rId2"/>
    <p:sldId id="258" r:id="rId3"/>
    <p:sldId id="261" r:id="rId4"/>
    <p:sldId id="260" r:id="rId5"/>
    <p:sldId id="263" r:id="rId6"/>
    <p:sldId id="264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7" d="100"/>
          <a:sy n="97" d="100"/>
        </p:scale>
        <p:origin x="30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E671-1C83-40F7-9D33-FE8AAC7F721F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84715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E671-1C83-40F7-9D33-FE8AAC7F721F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69402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E671-1C83-40F7-9D33-FE8AAC7F721F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90834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E671-1C83-40F7-9D33-FE8AAC7F721F}" type="datetime1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19264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E671-1C83-40F7-9D33-FE8AAC7F721F}" type="datetime1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22827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E671-1C83-40F7-9D33-FE8AAC7F721F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89857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E671-1C83-40F7-9D33-FE8AAC7F721F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2692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E671-1C83-40F7-9D33-FE8AAC7F721F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21150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E671-1C83-40F7-9D33-FE8AAC7F721F}" type="datetime1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29100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E671-1C83-40F7-9D33-FE8AAC7F721F}" type="datetime1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47595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E671-1C83-40F7-9D33-FE8AAC7F721F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00849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E671-1C83-40F7-9D33-FE8AAC7F721F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4780030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E671-1C83-40F7-9D33-FE8AAC7F721F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67175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E671-1C83-40F7-9D33-FE8AAC7F721F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56443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E671-1C83-40F7-9D33-FE8AAC7F721F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80141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E671-1C83-40F7-9D33-FE8AAC7F721F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03411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E671-1C83-40F7-9D33-FE8AAC7F721F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80546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67B50E4-2343-4B20-80BE-1605C97DFB16}" type="datetime1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591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EE9E671-1C83-40F7-9D33-FE8AAC7F721F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9778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24" r:id="rId1"/>
    <p:sldLayoutId id="2147484025" r:id="rId2"/>
    <p:sldLayoutId id="2147484026" r:id="rId3"/>
    <p:sldLayoutId id="2147484027" r:id="rId4"/>
    <p:sldLayoutId id="2147484028" r:id="rId5"/>
    <p:sldLayoutId id="2147484029" r:id="rId6"/>
    <p:sldLayoutId id="2147484030" r:id="rId7"/>
    <p:sldLayoutId id="2147484031" r:id="rId8"/>
    <p:sldLayoutId id="2147484032" r:id="rId9"/>
    <p:sldLayoutId id="2147484033" r:id="rId10"/>
    <p:sldLayoutId id="2147484034" r:id="rId11"/>
    <p:sldLayoutId id="2147484035" r:id="rId12"/>
    <p:sldLayoutId id="2147484036" r:id="rId13"/>
    <p:sldLayoutId id="2147484037" r:id="rId14"/>
    <p:sldLayoutId id="2147484038" r:id="rId15"/>
    <p:sldLayoutId id="2147484039" r:id="rId16"/>
    <p:sldLayoutId id="2147484040" r:id="rId17"/>
    <p:sldLayoutId id="2147484041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b.mx/historia-del-titanic-el-barco-de-los-suenos-tragico-final/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832326-E8AC-4A52-156D-E848CF0D95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>
            <a:normAutofit fontScale="90000"/>
          </a:bodyPr>
          <a:lstStyle/>
          <a:p>
            <a:br>
              <a:rPr lang="es-ES" sz="2500"/>
            </a:br>
            <a:r>
              <a:rPr lang="es-ES" sz="2500"/>
              <a:t>El </a:t>
            </a:r>
            <a:r>
              <a:rPr lang="es-ES" sz="2500" err="1"/>
              <a:t>Titanic</a:t>
            </a:r>
            <a:endParaRPr lang="es-ES" sz="250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84CDE4F-47F3-CE5A-E6A0-80754E8C0B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4166911" cy="480373"/>
          </a:xfrm>
        </p:spPr>
        <p:txBody>
          <a:bodyPr>
            <a:normAutofit/>
          </a:bodyPr>
          <a:lstStyle/>
          <a:p>
            <a:r>
              <a:rPr lang="en-US" b="1" dirty="0" err="1"/>
              <a:t>Estudio</a:t>
            </a:r>
            <a:r>
              <a:rPr lang="en-US" b="1" dirty="0"/>
              <a:t> de la </a:t>
            </a:r>
            <a:r>
              <a:rPr lang="en-US" b="1" dirty="0" err="1"/>
              <a:t>tasa</a:t>
            </a:r>
            <a:r>
              <a:rPr lang="en-US" b="1" dirty="0"/>
              <a:t> de </a:t>
            </a:r>
            <a:r>
              <a:rPr lang="en-US" b="1" dirty="0" err="1"/>
              <a:t>mortalidad</a:t>
            </a:r>
            <a:endParaRPr lang="en-US" b="1" dirty="0"/>
          </a:p>
        </p:txBody>
      </p:sp>
      <p:pic>
        <p:nvPicPr>
          <p:cNvPr id="15" name="Marcador de posición de imagen 14" descr="Multitud de personas en un barco">
            <a:extLst>
              <a:ext uri="{FF2B5EF4-FFF2-40B4-BE49-F238E27FC236}">
                <a16:creationId xmlns:a16="http://schemas.microsoft.com/office/drawing/2014/main" id="{0C2B91B7-9582-DE94-5A45-4B6BC654CD0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9652" b="19652"/>
          <a:stretch>
            <a:fillRect/>
          </a:stretch>
        </p:blipFill>
        <p:spPr/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B4509F04-1E1E-554B-C09C-5BFB82C8EB51}"/>
              </a:ext>
            </a:extLst>
          </p:cNvPr>
          <p:cNvSpPr txBox="1">
            <a:spLocks/>
          </p:cNvSpPr>
          <p:nvPr/>
        </p:nvSpPr>
        <p:spPr>
          <a:xfrm>
            <a:off x="7659329" y="5732442"/>
            <a:ext cx="4166911" cy="4803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ES" sz="1200" b="1" dirty="0"/>
              <a:t>Diciembre 2025</a:t>
            </a:r>
          </a:p>
          <a:p>
            <a:pPr algn="r"/>
            <a:r>
              <a:rPr lang="es-ES" sz="1200" b="1" dirty="0"/>
              <a:t>Judith Vendrell Mas</a:t>
            </a:r>
          </a:p>
        </p:txBody>
      </p:sp>
    </p:spTree>
    <p:extLst>
      <p:ext uri="{BB962C8B-B14F-4D97-AF65-F5344CB8AC3E}">
        <p14:creationId xmlns:p14="http://schemas.microsoft.com/office/powerpoint/2010/main" val="3444761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build="p"/>
      <p:bldP spid="11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50B8B191-56D5-4389-29B7-B3216D8387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0269" y="1767664"/>
            <a:ext cx="7315215" cy="365760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E706981-8E8F-1A89-FA41-E4F0A7A9BCF4}"/>
              </a:ext>
            </a:extLst>
          </p:cNvPr>
          <p:cNvSpPr txBox="1"/>
          <p:nvPr/>
        </p:nvSpPr>
        <p:spPr>
          <a:xfrm>
            <a:off x="629263" y="1228397"/>
            <a:ext cx="306766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dirty="0"/>
              <a:t>El </a:t>
            </a:r>
            <a:r>
              <a:rPr lang="es-ES" sz="4000" dirty="0" err="1"/>
              <a:t>Titanic</a:t>
            </a:r>
            <a:r>
              <a:rPr lang="es-ES" sz="4000" dirty="0"/>
              <a:t> fue un accidente con una tasa de mortalidad alta</a:t>
            </a:r>
          </a:p>
        </p:txBody>
      </p:sp>
    </p:spTree>
    <p:extLst>
      <p:ext uri="{BB962C8B-B14F-4D97-AF65-F5344CB8AC3E}">
        <p14:creationId xmlns:p14="http://schemas.microsoft.com/office/powerpoint/2010/main" val="4250576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18538-C23F-E369-377D-89818167C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8CB6B3-C099-7B5D-6863-ED12CF725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0279" y="1325880"/>
            <a:ext cx="3344020" cy="378689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s-ES" sz="4000" dirty="0">
                <a:solidFill>
                  <a:schemeClr val="tx1"/>
                </a:solidFill>
              </a:rPr>
              <a:t>Hubo trato preferencial con las mujeres y niños</a:t>
            </a:r>
            <a:br>
              <a:rPr lang="es-ES" dirty="0">
                <a:solidFill>
                  <a:schemeClr val="bg1"/>
                </a:solidFill>
              </a:rPr>
            </a:br>
            <a:endParaRPr lang="en-US" sz="2000" b="0" i="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Imagen 3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B36D5BBA-7C95-5651-590F-CA68572900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35" y="803160"/>
            <a:ext cx="6270662" cy="5251679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139308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10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28" name="Picture 12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29" name="Oval 14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pic>
        <p:nvPicPr>
          <p:cNvPr id="30" name="Picture 16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1" name="Picture 18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2" name="Rectangle 20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3" name="Rectangle 22">
            <a:extLst>
              <a:ext uri="{FF2B5EF4-FFF2-40B4-BE49-F238E27FC236}">
                <a16:creationId xmlns:a16="http://schemas.microsoft.com/office/drawing/2014/main" id="{D67CA421-FA2B-47ED-A101-F8BBEBB29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22D8213-55C2-F463-A681-255D2DD29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9492" y="1470906"/>
            <a:ext cx="3344020" cy="378689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r"/>
            <a:r>
              <a:rPr lang="es-ES" sz="4400" dirty="0">
                <a:solidFill>
                  <a:schemeClr val="bg1"/>
                </a:solidFill>
              </a:rPr>
              <a:t>La clase en la que viajases tuvo una influencia significativa</a:t>
            </a:r>
            <a:br>
              <a:rPr lang="es-ES" dirty="0">
                <a:solidFill>
                  <a:schemeClr val="bg1"/>
                </a:solidFill>
              </a:rPr>
            </a:br>
            <a:endParaRPr lang="en-US" sz="2000" b="0" i="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2425D82-CD5E-45A4-9542-70951E59F2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6914" y="639905"/>
            <a:ext cx="6915664" cy="55781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21DB897-A621-4D5F-AC81-91199AC437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pic>
        <p:nvPicPr>
          <p:cNvPr id="6" name="Imagen 5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D47F11FE-9D1E-6128-0556-04E462F502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379" y="962544"/>
            <a:ext cx="5872512" cy="4932911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7802456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A3919-92C4-A955-31AE-17327EC88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155DAD76-CA0E-133B-5D99-38A8383900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4061" y="1360433"/>
            <a:ext cx="6571019" cy="5174281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01DA350E-2D8D-F139-C53B-95AD6AA3C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940" y="2054127"/>
            <a:ext cx="3344020" cy="378689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s-ES" sz="4400" dirty="0">
                <a:solidFill>
                  <a:schemeClr val="tx1"/>
                </a:solidFill>
              </a:rPr>
              <a:t>El puerto de embarque parecería tener influencia</a:t>
            </a:r>
            <a:br>
              <a:rPr lang="es-ES" dirty="0"/>
            </a:br>
            <a:br>
              <a:rPr lang="es-ES" dirty="0">
                <a:solidFill>
                  <a:schemeClr val="bg1"/>
                </a:solidFill>
              </a:rPr>
            </a:br>
            <a:endParaRPr lang="en-US" sz="2000" b="0" i="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24262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4ED00-51CB-B135-5A93-D834AD4E1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864AF0F3-ECF7-F3B4-1C66-DD8CE0AFD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2121" y="1346204"/>
            <a:ext cx="3344020" cy="493660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s-ES" sz="4000" dirty="0"/>
              <a:t>La clase de pasaje influyó más que la ciudad de embarque</a:t>
            </a:r>
            <a:br>
              <a:rPr lang="es-ES" dirty="0"/>
            </a:br>
            <a:br>
              <a:rPr lang="es-ES" dirty="0">
                <a:solidFill>
                  <a:schemeClr val="bg1"/>
                </a:solidFill>
              </a:rPr>
            </a:br>
            <a:endParaRPr lang="en-US" sz="2000" b="0" i="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Imagen 3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1773A3E2-F6EB-CC80-50C7-D2B19E12AC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371" y="856883"/>
            <a:ext cx="5901667" cy="5144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4126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39</TotalTime>
  <Words>67</Words>
  <Application>Microsoft Office PowerPoint</Application>
  <PresentationFormat>Panorámica</PresentationFormat>
  <Paragraphs>9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Century Gothic</vt:lpstr>
      <vt:lpstr>Wingdings 3</vt:lpstr>
      <vt:lpstr>Ion</vt:lpstr>
      <vt:lpstr> El Titanic</vt:lpstr>
      <vt:lpstr>Presentación de PowerPoint</vt:lpstr>
      <vt:lpstr>Hubo trato preferencial con las mujeres y niños </vt:lpstr>
      <vt:lpstr>La clase en la que viajases tuvo una influencia significativa </vt:lpstr>
      <vt:lpstr>El puerto de embarque parecería tener influencia  </vt:lpstr>
      <vt:lpstr>La clase de pasaje influyó más que la ciudad de embarque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Judith Vendrell</dc:creator>
  <cp:lastModifiedBy>Judith Vendrell</cp:lastModifiedBy>
  <cp:revision>1</cp:revision>
  <dcterms:created xsi:type="dcterms:W3CDTF">2025-12-12T14:19:16Z</dcterms:created>
  <dcterms:modified xsi:type="dcterms:W3CDTF">2025-12-12T14:59:04Z</dcterms:modified>
</cp:coreProperties>
</file>